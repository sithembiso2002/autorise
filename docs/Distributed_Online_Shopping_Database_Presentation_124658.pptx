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  <p:sldId id="268" r:id="rId14"/>
    <p:sldId id="269" r:id="rId15"/>
    <p:sldId id="265" r:id="rId16"/>
    <p:sldId id="270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2" autoAdjust="0"/>
    <p:restoredTop sz="94660"/>
  </p:normalViewPr>
  <p:slideViewPr>
    <p:cSldViewPr snapToGrid="0" snapToObjects="1" showGuides="1">
      <p:cViewPr varScale="1">
        <p:scale>
          <a:sx n="69" d="100"/>
          <a:sy n="69" d="100"/>
        </p:scale>
        <p:origin x="13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Title: Distributed Online Shopping Database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 smtClean="0"/>
              <a:t>Group Members: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1-Sethembiso </a:t>
            </a:r>
            <a:r>
              <a:rPr lang="en-US" dirty="0" err="1" smtClean="0"/>
              <a:t>sehlabane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Makara Tau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Thato</a:t>
            </a:r>
            <a:r>
              <a:rPr lang="en-US" dirty="0" smtClean="0"/>
              <a:t> </a:t>
            </a:r>
            <a:r>
              <a:rPr lang="en-US" dirty="0" err="1" smtClean="0"/>
              <a:t>Mphohle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Thabelo</a:t>
            </a:r>
            <a:r>
              <a:rPr lang="en-US" dirty="0" smtClean="0"/>
              <a:t> </a:t>
            </a:r>
            <a:r>
              <a:rPr lang="en-US" dirty="0" err="1" smtClean="0"/>
              <a:t>Moloisane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Mmalehloa</a:t>
            </a:r>
            <a:r>
              <a:rPr lang="en-US" dirty="0" smtClean="0"/>
              <a:t>  </a:t>
            </a:r>
            <a:r>
              <a:rPr lang="en-US" dirty="0" err="1" smtClean="0"/>
              <a:t>Molingoana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r>
              <a:rPr dirty="0" smtClean="0"/>
              <a:t>Course</a:t>
            </a:r>
            <a:r>
              <a:rPr dirty="0"/>
              <a:t>: DIDB2210 - Database Applications</a:t>
            </a:r>
            <a:endParaRPr dirty="0"/>
          </a:p>
          <a:p>
            <a:r>
              <a:rPr dirty="0"/>
              <a:t>Lecturers: </a:t>
            </a:r>
            <a:r>
              <a:rPr dirty="0" err="1"/>
              <a:t>Ms</a:t>
            </a:r>
            <a:r>
              <a:rPr dirty="0"/>
              <a:t> </a:t>
            </a:r>
            <a:r>
              <a:rPr dirty="0" err="1"/>
              <a:t>Mokhachane</a:t>
            </a:r>
            <a:r>
              <a:rPr dirty="0"/>
              <a:t> &amp; </a:t>
            </a:r>
            <a:r>
              <a:rPr dirty="0" err="1"/>
              <a:t>Ms</a:t>
            </a:r>
            <a:r>
              <a:rPr dirty="0"/>
              <a:t> </a:t>
            </a:r>
            <a:r>
              <a:rPr dirty="0" err="1"/>
              <a:t>Mahlakeng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Table of Contents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ZA" dirty="0"/>
          </a:p>
          <a:p>
            <a:r>
              <a:rPr lang="en-US" dirty="0"/>
              <a:t>1</a:t>
            </a:r>
            <a:r>
              <a:rPr lang="en-US" dirty="0" smtClean="0"/>
              <a:t>. </a:t>
            </a:r>
            <a:r>
              <a:rPr lang="en-US" dirty="0"/>
              <a:t>Introduction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1.1 </a:t>
            </a:r>
            <a:r>
              <a:rPr lang="en-US" dirty="0"/>
              <a:t>Problem Statement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1.2 </a:t>
            </a:r>
            <a:r>
              <a:rPr lang="en-US" dirty="0"/>
              <a:t>Problem Solving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1.3 </a:t>
            </a:r>
            <a:r>
              <a:rPr lang="en-US" dirty="0"/>
              <a:t>Objectives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1.4 </a:t>
            </a:r>
            <a:r>
              <a:rPr lang="en-US" dirty="0"/>
              <a:t>Scope &amp; Constraints</a:t>
            </a:r>
            <a:endParaRPr lang="en-ZA" dirty="0"/>
          </a:p>
          <a:p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/>
              <a:t>Technologies Justification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2.1 </a:t>
            </a:r>
            <a:r>
              <a:rPr lang="en-US" dirty="0"/>
              <a:t>Web Application Technologies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2.2 </a:t>
            </a:r>
            <a:r>
              <a:rPr lang="en-US" dirty="0"/>
              <a:t>Database Management System</a:t>
            </a:r>
            <a:endParaRPr lang="en-ZA" dirty="0"/>
          </a:p>
          <a:p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en-US" dirty="0"/>
              <a:t>System Design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3.1 </a:t>
            </a:r>
            <a:r>
              <a:rPr lang="en-US" dirty="0"/>
              <a:t>Data Models</a:t>
            </a:r>
            <a:endParaRPr lang="en-ZA" dirty="0"/>
          </a:p>
          <a:p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/>
              <a:t>System Implementation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4.1 </a:t>
            </a:r>
            <a:r>
              <a:rPr lang="en-US" dirty="0"/>
              <a:t>GUI Design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4.2 </a:t>
            </a:r>
            <a:r>
              <a:rPr lang="en-US" dirty="0"/>
              <a:t>Embedded and Advanced SQL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4.3 </a:t>
            </a:r>
            <a:r>
              <a:rPr lang="en-US" dirty="0"/>
              <a:t>Shopping Features and Functions</a:t>
            </a:r>
            <a:endParaRPr lang="en-ZA" dirty="0"/>
          </a:p>
          <a:p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/>
              <a:t>Conclusion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51 </a:t>
            </a:r>
            <a:r>
              <a:rPr lang="en-US" dirty="0"/>
              <a:t>Advantages of the System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5.2 </a:t>
            </a:r>
            <a:r>
              <a:rPr lang="en-US" dirty="0"/>
              <a:t>Future Enhancements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5.3 </a:t>
            </a:r>
            <a:r>
              <a:rPr lang="en-US" dirty="0"/>
              <a:t>Potential Benefits</a:t>
            </a:r>
            <a:endParaRPr lang="en-ZA" dirty="0"/>
          </a:p>
          <a:p>
            <a:r>
              <a:rPr lang="en-US" dirty="0"/>
              <a:t>   </a:t>
            </a:r>
            <a:r>
              <a:rPr lang="en-US" dirty="0" smtClean="0"/>
              <a:t>5.4 </a:t>
            </a:r>
            <a:r>
              <a:rPr lang="en-US" dirty="0"/>
              <a:t>Conclusion</a:t>
            </a:r>
            <a:endParaRPr lang="en-ZA" dirty="0"/>
          </a:p>
          <a:p>
            <a:r>
              <a:rPr lang="en-US" dirty="0"/>
              <a:t>6</a:t>
            </a:r>
            <a:r>
              <a:rPr lang="en-US" smtClean="0"/>
              <a:t>. </a:t>
            </a:r>
            <a:r>
              <a:rPr lang="en-US" dirty="0"/>
              <a:t>References</a:t>
            </a:r>
            <a:endParaRPr lang="en-ZA" dirty="0"/>
          </a:p>
          <a:p>
            <a:endParaRPr lang="en-Z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Purpose: Develop an efficient, secure, distributed e-commerce system</a:t>
            </a:r>
          </a:p>
          <a:p>
            <a:r>
              <a:t>Real-life problem: Most small-scale online stores lack robust data management</a:t>
            </a:r>
          </a:p>
          <a:p>
            <a:r>
              <a:t>What we built: A web-based shopping system with distributed databases and shopping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/>
          <a:p>
            <a:r>
              <a:t>Problem: Need for scalable and secure e-commerce platforms</a:t>
            </a:r>
          </a:p>
          <a:p>
            <a:r>
              <a:t>Objectives:</a:t>
            </a:r>
          </a:p>
          <a:p>
            <a:r>
              <a:t>- Create distributed database</a:t>
            </a:r>
          </a:p>
          <a:p>
            <a:r>
              <a:t>- Develop product and customer modules</a:t>
            </a:r>
          </a:p>
          <a:p>
            <a:r>
              <a:t>- Implement login, shopping cart, checkout</a:t>
            </a:r>
          </a:p>
          <a:p>
            <a:r>
              <a:t>- Provide admin and manager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/>
          <a:p>
            <a:r>
              <a:t>Product catalog</a:t>
            </a:r>
          </a:p>
          <a:p>
            <a:r>
              <a:t>Customer registration/login</a:t>
            </a:r>
          </a:p>
          <a:p>
            <a:r>
              <a:t>Shopping cart and checkout</a:t>
            </a:r>
          </a:p>
          <a:p>
            <a:r>
              <a:t>Order tracking and history</a:t>
            </a:r>
          </a:p>
          <a:p>
            <a:r>
              <a:t>Admin panel (add/edit/view products, customers)</a:t>
            </a:r>
          </a:p>
          <a:p>
            <a:r>
              <a:t>Manager panel (sales summaries)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Frontend: HTML/CSS/</a:t>
            </a:r>
            <a:r>
              <a:rPr lang="en-US" dirty="0"/>
              <a:t>php/javascript</a:t>
            </a:r>
            <a:endParaRPr dirty="0"/>
          </a:p>
          <a:p>
            <a:r>
              <a:rPr dirty="0"/>
              <a:t>Backend: [PHP/Node.js/etc.]</a:t>
            </a:r>
            <a:endParaRPr dirty="0"/>
          </a:p>
          <a:p>
            <a:r>
              <a:rPr dirty="0"/>
              <a:t>DBMS: </a:t>
            </a:r>
            <a:r>
              <a:rPr dirty="0" smtClean="0"/>
              <a:t>MySQL/</a:t>
            </a:r>
            <a:r>
              <a:rPr lang="en-US" dirty="0" err="1" smtClean="0"/>
              <a:t>SQlite</a:t>
            </a:r>
            <a:r>
              <a:rPr dirty="0" smtClean="0"/>
              <a:t> (</a:t>
            </a:r>
            <a:r>
              <a:rPr lang="en-US" dirty="0" smtClean="0"/>
              <a:t>heterogeneous</a:t>
            </a:r>
            <a:r>
              <a:rPr dirty="0" smtClean="0"/>
              <a:t>)</a:t>
            </a:r>
            <a:endParaRPr dirty="0"/>
          </a:p>
          <a:p>
            <a:r>
              <a:rPr dirty="0"/>
              <a:t>APIs: Secure Payment API</a:t>
            </a:r>
            <a:endParaRPr dirty="0"/>
          </a:p>
          <a:p>
            <a:r>
              <a:rPr dirty="0"/>
              <a:t>Security: Encrypted login and session handling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dirty="0"/>
              <a:t>Tables:</a:t>
            </a:r>
            <a:endParaRPr dirty="0"/>
          </a:p>
          <a:p>
            <a:r>
              <a:rPr dirty="0"/>
              <a:t>- </a:t>
            </a:r>
            <a:r>
              <a:rPr dirty="0" smtClean="0"/>
              <a:t>Products</a:t>
            </a:r>
            <a:r>
              <a:rPr lang="en-US" dirty="0" smtClean="0"/>
              <a:t>:</a:t>
            </a:r>
            <a:r>
              <a:rPr lang="en-US" dirty="0"/>
              <a:t>: </a:t>
            </a:r>
            <a:r>
              <a:rPr lang="en-US" dirty="0" err="1"/>
              <a:t>productID</a:t>
            </a:r>
            <a:r>
              <a:rPr lang="en-US" dirty="0"/>
              <a:t>, name, description, price, stock, category</a:t>
            </a:r>
            <a:endParaRPr dirty="0"/>
          </a:p>
          <a:p>
            <a:r>
              <a:rPr dirty="0"/>
              <a:t>- </a:t>
            </a:r>
            <a:r>
              <a:rPr dirty="0" err="1" smtClean="0"/>
              <a:t>Customers</a:t>
            </a:r>
            <a:r>
              <a:rPr lang="en-US" dirty="0" err="1" smtClean="0"/>
              <a:t>:</a:t>
            </a:r>
            <a:r>
              <a:rPr lang="en-US" dirty="0" err="1"/>
              <a:t>customerID</a:t>
            </a:r>
            <a:r>
              <a:rPr lang="en-US" dirty="0"/>
              <a:t>, name, email, </a:t>
            </a:r>
            <a:r>
              <a:rPr lang="en-US" dirty="0" err="1"/>
              <a:t>shippingAddress</a:t>
            </a:r>
            <a:r>
              <a:rPr lang="en-US" dirty="0"/>
              <a:t>, </a:t>
            </a:r>
            <a:r>
              <a:rPr lang="en-US" dirty="0" smtClean="0"/>
              <a:t>  </a:t>
            </a:r>
            <a:r>
              <a:rPr lang="en-US" dirty="0" err="1" smtClean="0"/>
              <a:t>billingAddress</a:t>
            </a:r>
            <a:endParaRPr dirty="0"/>
          </a:p>
          <a:p>
            <a:r>
              <a:rPr dirty="0"/>
              <a:t>- </a:t>
            </a:r>
            <a:r>
              <a:rPr dirty="0" err="1" smtClean="0"/>
              <a:t>Orders</a:t>
            </a:r>
            <a:r>
              <a:rPr lang="en-US" dirty="0" err="1" smtClean="0"/>
              <a:t>: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customerID</a:t>
            </a:r>
            <a:r>
              <a:rPr lang="en-US" dirty="0"/>
              <a:t>, </a:t>
            </a:r>
            <a:r>
              <a:rPr lang="en-US" dirty="0" err="1"/>
              <a:t>orderDate</a:t>
            </a:r>
            <a:r>
              <a:rPr lang="en-US" dirty="0"/>
              <a:t>, </a:t>
            </a:r>
            <a:r>
              <a:rPr lang="en-US" dirty="0" err="1"/>
              <a:t>totalAmount</a:t>
            </a:r>
            <a:r>
              <a:rPr lang="en-US" dirty="0"/>
              <a:t>, status</a:t>
            </a:r>
            <a:endParaRPr dirty="0"/>
          </a:p>
          <a:p>
            <a:r>
              <a:rPr dirty="0"/>
              <a:t>- Order </a:t>
            </a:r>
            <a:r>
              <a:rPr dirty="0" err="1" smtClean="0"/>
              <a:t>Items</a:t>
            </a:r>
            <a:r>
              <a:rPr lang="en-US" dirty="0" err="1" smtClean="0"/>
              <a:t>:</a:t>
            </a:r>
            <a:r>
              <a:rPr lang="en-US" dirty="0" err="1"/>
              <a:t>orderItemID</a:t>
            </a:r>
            <a:r>
              <a:rPr lang="en-US" dirty="0"/>
              <a:t>, 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, quantity, </a:t>
            </a:r>
            <a:r>
              <a:rPr lang="en-US" dirty="0" err="1" smtClean="0"/>
              <a:t>unitPrice</a:t>
            </a:r>
            <a:endParaRPr lang="en-US" dirty="0" smtClean="0"/>
          </a:p>
          <a:p>
            <a:r>
              <a:rPr lang="en-US" dirty="0"/>
              <a:t>Optional: Payment records, Admin logs, User session history</a:t>
            </a:r>
            <a:endParaRPr lang="en-ZA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sz="4000" dirty="0"/>
              <a:t>SQL used:</a:t>
            </a:r>
            <a:endParaRPr sz="4000" dirty="0"/>
          </a:p>
          <a:p>
            <a:r>
              <a:rPr dirty="0"/>
              <a:t>- Process orders &amp; update stock</a:t>
            </a:r>
            <a:endParaRPr dirty="0"/>
          </a:p>
          <a:p>
            <a:r>
              <a:rPr dirty="0"/>
              <a:t>- Track customer history</a:t>
            </a:r>
            <a:endParaRPr dirty="0"/>
          </a:p>
          <a:p>
            <a:r>
              <a:rPr dirty="0"/>
              <a:t>- Generate sales reports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Database </a:t>
            </a:r>
            <a:r>
              <a:rPr dirty="0"/>
              <a:t>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Primary DB: Customer &amp; Order Data</a:t>
            </a:r>
          </a:p>
          <a:p>
            <a:r>
              <a:t>Secondary DB: Product &amp; Stock Data</a:t>
            </a:r>
          </a:p>
          <a:p>
            <a:r>
              <a:t>Purpose: Load balancing &amp; fault tolerance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Interfaces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 smtClean="0"/>
              <a:t>Things Customers can do</a:t>
            </a:r>
            <a:r>
              <a:rPr sz="4000" dirty="0" smtClean="0"/>
              <a:t>:</a:t>
            </a:r>
            <a:endParaRPr sz="4000" dirty="0"/>
          </a:p>
          <a:p>
            <a:r>
              <a:rPr dirty="0"/>
              <a:t>- Browse &amp; add to cart</a:t>
            </a:r>
            <a:endParaRPr dirty="0"/>
          </a:p>
          <a:p>
            <a:r>
              <a:rPr dirty="0"/>
              <a:t>- View purchase history</a:t>
            </a:r>
            <a:endParaRPr dirty="0"/>
          </a:p>
          <a:p>
            <a:pPr marL="0" indent="0">
              <a:buNone/>
            </a:pPr>
            <a:r>
              <a:rPr sz="4000" dirty="0"/>
              <a:t>Admin views</a:t>
            </a:r>
            <a:r>
              <a:rPr dirty="0"/>
              <a:t>:</a:t>
            </a:r>
            <a:endParaRPr dirty="0"/>
          </a:p>
          <a:p>
            <a:r>
              <a:rPr dirty="0"/>
              <a:t>- Manage inventory</a:t>
            </a:r>
            <a:endParaRPr dirty="0"/>
          </a:p>
          <a:p>
            <a:r>
              <a:rPr dirty="0"/>
              <a:t>- Manage customers</a:t>
            </a:r>
            <a:endParaRPr dirty="0"/>
          </a:p>
          <a:p>
            <a:r>
              <a:rPr dirty="0"/>
              <a:t>Manager views:</a:t>
            </a:r>
            <a:endParaRPr dirty="0"/>
          </a:p>
          <a:p>
            <a:r>
              <a:rPr dirty="0"/>
              <a:t>- Sales &amp; stock reports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5.2 Embedded and Advanced SQL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- </a:t>
            </a:r>
            <a:r>
              <a:rPr lang="en-US" dirty="0"/>
              <a:t>Views: For customer order summaries and sales reports.</a:t>
            </a:r>
            <a:endParaRPr lang="en-ZA" dirty="0"/>
          </a:p>
          <a:p>
            <a:r>
              <a:rPr lang="en-US" dirty="0"/>
              <a:t>- Stored Procedures: For processing orders and updating stock.</a:t>
            </a:r>
            <a:endParaRPr lang="en-ZA" dirty="0"/>
          </a:p>
          <a:p>
            <a:r>
              <a:rPr lang="en-US" dirty="0"/>
              <a:t>- Triggers: To auto-update stock levels and flag low inventory.</a:t>
            </a:r>
            <a:endParaRPr lang="en-ZA" dirty="0"/>
          </a:p>
          <a:p>
            <a:r>
              <a:rPr lang="en-US" dirty="0"/>
              <a:t>- Transactions: To ensure atomicity during order placement and payment simulation.</a:t>
            </a:r>
            <a:endParaRPr lang="en-ZA" dirty="0"/>
          </a:p>
          <a:p>
            <a:r>
              <a:rPr lang="en-US" dirty="0"/>
              <a:t>- Access Control: User privileges are restricted by roles (e.g., admin, customer, manager).</a:t>
            </a:r>
            <a:endParaRPr lang="en-ZA" dirty="0"/>
          </a:p>
          <a:p>
            <a:endParaRPr lang="en-Z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Real-time stock update: Used transactions</a:t>
            </a:r>
          </a:p>
          <a:p>
            <a:r>
              <a:t>Secure login: Implemented hashing</a:t>
            </a:r>
          </a:p>
          <a:p>
            <a:r>
              <a:t>Data sync: Ensured consistency with triggers and routines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Shopping </a:t>
            </a:r>
            <a:r>
              <a:rPr lang="en-US" b="1" dirty="0"/>
              <a:t>Features and Functions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</a:t>
            </a:r>
            <a:r>
              <a:rPr lang="en-US" dirty="0"/>
              <a:t>Browse products by category</a:t>
            </a:r>
            <a:endParaRPr lang="en-ZA" dirty="0"/>
          </a:p>
          <a:p>
            <a:r>
              <a:rPr lang="en-US" dirty="0"/>
              <a:t>- Search and filter functionalities</a:t>
            </a:r>
            <a:endParaRPr lang="en-ZA" dirty="0"/>
          </a:p>
          <a:p>
            <a:r>
              <a:rPr lang="en-US" dirty="0"/>
              <a:t>- Add to cart with quantity control</a:t>
            </a:r>
            <a:endParaRPr lang="en-ZA" dirty="0"/>
          </a:p>
          <a:p>
            <a:r>
              <a:rPr lang="en-US" dirty="0"/>
              <a:t>- Secure login and session management</a:t>
            </a:r>
            <a:endParaRPr lang="en-ZA" dirty="0"/>
          </a:p>
          <a:p>
            <a:r>
              <a:rPr lang="en-US" dirty="0"/>
              <a:t>- Order placement with summary page</a:t>
            </a:r>
            <a:endParaRPr lang="en-ZA" dirty="0"/>
          </a:p>
          <a:p>
            <a:r>
              <a:rPr lang="en-US" dirty="0"/>
              <a:t>- View order status and history</a:t>
            </a:r>
            <a:endParaRPr lang="en-ZA" dirty="0"/>
          </a:p>
          <a:p>
            <a:r>
              <a:rPr lang="en-US" dirty="0"/>
              <a:t>- Admin insights and analytics dashboard</a:t>
            </a:r>
            <a:endParaRPr lang="en-ZA" dirty="0"/>
          </a:p>
          <a:p>
            <a:endParaRPr lang="en-Z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Advantages of the System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</a:t>
            </a:r>
            <a:r>
              <a:rPr lang="en-US" dirty="0"/>
              <a:t>Scalability through distributed databases</a:t>
            </a:r>
            <a:endParaRPr lang="en-ZA" dirty="0"/>
          </a:p>
          <a:p>
            <a:r>
              <a:rPr lang="en-US" dirty="0"/>
              <a:t>- Enhanced fault tolerance and data availability</a:t>
            </a:r>
            <a:endParaRPr lang="en-ZA" dirty="0"/>
          </a:p>
          <a:p>
            <a:r>
              <a:rPr lang="en-US" dirty="0"/>
              <a:t>- Modular design for easier maintenance</a:t>
            </a:r>
            <a:endParaRPr lang="en-ZA" dirty="0"/>
          </a:p>
          <a:p>
            <a:r>
              <a:rPr lang="en-US" dirty="0"/>
              <a:t>- Enhanced user experience with a responsive interface</a:t>
            </a:r>
            <a:endParaRPr lang="en-ZA" dirty="0"/>
          </a:p>
          <a:p>
            <a:r>
              <a:rPr lang="en-US" dirty="0"/>
              <a:t>- Data consistency with embedded SQL and transaction controls</a:t>
            </a:r>
            <a:endParaRPr lang="en-ZA" dirty="0"/>
          </a:p>
          <a:p>
            <a:endParaRPr lang="en-Z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Conclusion </a:t>
            </a:r>
            <a:r>
              <a:rPr dirty="0" smtClean="0"/>
              <a:t>&amp; Future Enhancements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Future Enhancements</a:t>
            </a:r>
            <a:endParaRPr lang="en-ZA" b="1" dirty="0"/>
          </a:p>
          <a:p>
            <a:r>
              <a:rPr lang="en-US" dirty="0"/>
              <a:t>- Real-time payment gateway integration (e.g., Stripe, PayPal)</a:t>
            </a:r>
            <a:endParaRPr lang="en-ZA" dirty="0"/>
          </a:p>
          <a:p>
            <a:r>
              <a:rPr lang="en-US" dirty="0"/>
              <a:t>- Mobile application version</a:t>
            </a:r>
            <a:endParaRPr lang="en-ZA" dirty="0"/>
          </a:p>
          <a:p>
            <a:r>
              <a:rPr lang="en-US" dirty="0"/>
              <a:t>- AI-based product recommendations</a:t>
            </a:r>
            <a:endParaRPr lang="en-ZA" dirty="0"/>
          </a:p>
          <a:p>
            <a:r>
              <a:rPr lang="en-US" dirty="0"/>
              <a:t>- Improved security using OAuth 2.0 or JWT tokens</a:t>
            </a:r>
            <a:endParaRPr lang="en-ZA" dirty="0"/>
          </a:p>
          <a:p>
            <a:endParaRPr dirty="0"/>
          </a:p>
          <a:p>
            <a:r>
              <a:rPr dirty="0"/>
              <a:t>- Mobile version</a:t>
            </a:r>
            <a:endParaRPr dirty="0"/>
          </a:p>
          <a:p>
            <a:r>
              <a:rPr dirty="0"/>
              <a:t>- AI recommendations</a:t>
            </a:r>
            <a:endParaRPr dirty="0"/>
          </a:p>
          <a:p>
            <a:r>
              <a:rPr dirty="0"/>
              <a:t>- Advanced </a:t>
            </a:r>
            <a:r>
              <a:rPr dirty="0" smtClean="0"/>
              <a:t>analytics</a:t>
            </a: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6700" dirty="0" smtClean="0"/>
              <a:t>Summary</a:t>
            </a:r>
            <a:endParaRPr lang="en-US" sz="6700" dirty="0" smtClean="0"/>
          </a:p>
          <a:p>
            <a:pPr marL="0" indent="0">
              <a:buNone/>
            </a:pPr>
            <a:r>
              <a:rPr lang="en-US" dirty="0"/>
              <a:t>This project demonstrates the practical application of distributed databases, web development, and SQL optimization in building a robust online retail system. The combination of modern web technologies and well-structured data models ensures a comprehensive shopping experience for users and powerful management tools for administrators.</a:t>
            </a:r>
            <a:endParaRPr lang="en-ZA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References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</a:t>
            </a:r>
            <a:r>
              <a:rPr lang="en-US" dirty="0"/>
              <a:t>PHP and MySQL Documentation</a:t>
            </a:r>
            <a:endParaRPr lang="en-ZA" dirty="0"/>
          </a:p>
          <a:p>
            <a:r>
              <a:rPr lang="en-US" dirty="0"/>
              <a:t>- Database Systems: A Practical Approach to Design, Implementation, and Management</a:t>
            </a:r>
            <a:endParaRPr lang="en-ZA" dirty="0"/>
          </a:p>
          <a:p>
            <a:r>
              <a:rPr lang="en-US" dirty="0"/>
              <a:t>- Web Application Architecture by </a:t>
            </a:r>
            <a:r>
              <a:rPr lang="en-US" dirty="0" err="1"/>
              <a:t>Shklar</a:t>
            </a:r>
            <a:r>
              <a:rPr lang="en-US" dirty="0"/>
              <a:t> and Rosen</a:t>
            </a:r>
            <a:endParaRPr lang="en-ZA" dirty="0"/>
          </a:p>
          <a:p>
            <a:r>
              <a:rPr lang="en-US" dirty="0"/>
              <a:t>- Course materials and lecture notes from DIDB2210</a:t>
            </a:r>
            <a:endParaRPr lang="en-ZA" dirty="0"/>
          </a:p>
          <a:p>
            <a:endParaRPr lang="en-Z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Thank you.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4300</Words>
  <Application>WPS Presentation</Application>
  <PresentationFormat>On-screen Show (4:3)</PresentationFormat>
  <Paragraphs>165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Project Title: Distributed Online Shopping Database Application</vt:lpstr>
      <vt:lpstr>Table of Contents </vt:lpstr>
      <vt:lpstr>Introduction</vt:lpstr>
      <vt:lpstr>Problem Statement &amp; Objectives</vt:lpstr>
      <vt:lpstr>System Features</vt:lpstr>
      <vt:lpstr>Technologies Used</vt:lpstr>
      <vt:lpstr>Database Design</vt:lpstr>
      <vt:lpstr>Database Architecture</vt:lpstr>
      <vt:lpstr>User Interfaces (GUI)</vt:lpstr>
      <vt:lpstr>5.2 Embedded and Advanced SQL </vt:lpstr>
      <vt:lpstr>Challenges &amp; Solutions</vt:lpstr>
      <vt:lpstr>Shopping Features and Functions </vt:lpstr>
      <vt:lpstr>Advantages of the System </vt:lpstr>
      <vt:lpstr>Conclusion &amp; Future Enhancements</vt:lpstr>
      <vt:lpstr> References 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Distributed Online Shopping Database Application</dc:title>
  <dc:creator/>
  <dc:description>generated using python-pptx</dc:description>
  <cp:lastModifiedBy>Tshidi Sehlabane</cp:lastModifiedBy>
  <cp:revision>6</cp:revision>
  <dcterms:created xsi:type="dcterms:W3CDTF">2013-01-27T09:14:00Z</dcterms:created>
  <dcterms:modified xsi:type="dcterms:W3CDTF">2026-09-28T15:23:59Z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2DDF76C97BFF41A0AD8F0869C8B7298D_12</vt:lpwstr>
  </property>
  <property fmtid="{D5CDD505-2E9C-101B-9397-08002B2CF9AE}" pid="3" name="KSOProductBuildVer">
    <vt:lpwstr>1033-12.2.0.23196</vt:lpwstr>
  </property>
</Properties>
</file>